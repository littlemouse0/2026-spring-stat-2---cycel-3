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ycle_3_infographic_summary_cigarette_use_by_gend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Cycle 3 Infographic Summary - Gender and Current Cigarette Use</dc:title>
  <dc:subject>Cycle 3 Infographic Summary</dc:subject>
  <dc:creator>OpenAI</dc:creator>
  <cp:lastModifiedBy>OpenAI</cp:lastModifiedBy>
  <cp:revision>1</cp:revision>
  <dcterms:created xsi:type="dcterms:W3CDTF">2026-05-13T12:10:55Z</dcterms:created>
  <dcterms:modified xsi:type="dcterms:W3CDTF">2026-05-13T12:10:55Z</dcterms:modified>
</cp:coreProperties>
</file>